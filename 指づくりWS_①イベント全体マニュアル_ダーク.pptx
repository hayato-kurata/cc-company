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00200"/>
            <a:ext cx="7315200" cy="6400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イベント全体マニュアル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全体像：企画 → 収支 → 承認 → 準備 → 当日 → 事後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運営メンバー向け（イベントの立ち上げ〜締めまで）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「上から順にこなせば1イベントが回る」全体像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WSの作り方は別冊②、当日運用は別冊③ を参照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  </a:t>
            </a: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③の承認が出るまで、応募・発注には進まない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全体の流れ（5ステップ）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運営メンバー向け。上から順にこなせばイベントは回る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① イベント全体マニュアル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イベント選定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相性を見て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企画書を作る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0947" y="2148839"/>
            <a:ext cx="32004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05267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5267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6707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収支計画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707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収益シートで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見積り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7534" y="2148839"/>
            <a:ext cx="32004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1854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1854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3294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承認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3294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渡邊さんに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OKをもらう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121" y="2148839"/>
            <a:ext cx="32004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8441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8441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9881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準備・実施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9881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材料・人・告知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→ 当日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0708" y="2148839"/>
            <a:ext cx="32004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5028" y="2148839"/>
            <a:ext cx="1907987" cy="32004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5028" y="2423159"/>
            <a:ext cx="19079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6468" y="3200399"/>
            <a:ext cx="17251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事後処理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6468" y="3931920"/>
            <a:ext cx="17251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給料申請・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会計報告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532120"/>
            <a:ext cx="10454335" cy="64008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532120"/>
            <a:ext cx="1045433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承認（③）が出るまで応募・発注に進まない／要修正なら②へ戻る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STEP① イベントの選定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出るイベントを探し、ピエロ大好き人間と相性が良いか判断する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① イベント全体マニュアル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10454335" cy="1783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7627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相性を見極める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79"/>
            <a:ext cx="98142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判断材料：客層・過去の写真・出展者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SNS・公式サイトを確認、可能なら現地へ行く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主力＝デザフェス／ニコニコ超会議。新規も定期検討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977639"/>
            <a:ext cx="10454335" cy="1783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42231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企画書をつくる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63440"/>
            <a:ext cx="98142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相性OKなら企画書テンプレをコピーして記入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開催日・場所・サイト・「今回挑戦すること」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毎回同じだと飽きられる → 変化・トライを毎回決める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943600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943600"/>
            <a:ext cx="104543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相性OK なら STEP② 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2/9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STEP② 収支計画をつくる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会計シートで「いくら売れて、いくらかかるか」を見積もり、可否を決める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① イベント全体マニュアル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10454335" cy="11887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11679"/>
            <a:ext cx="914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12848"/>
            <a:ext cx="899129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収益シートをコピー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テンプレを staff@steenz.jp でログインしてコピー（直接書き込まない）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37559"/>
            <a:ext cx="10454335" cy="11887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59"/>
            <a:ext cx="914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538727"/>
            <a:ext cx="899129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席数を確定 → レイアウト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最大6席（場所・イベントで変動。6席以上は不要）。Canvaでレイアウト。什器は主催が用意する場合あり→要確認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63440"/>
            <a:ext cx="10454335" cy="11887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914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864607"/>
            <a:ext cx="899129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売上−コストで可否判断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客数・席数から想定売上、コストを算出。損益分岐点で実施可否を意思決定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989320"/>
            <a:ext cx="10454335" cy="50292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104543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計画ができたら STEP③ 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3/9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STEP③ 渡邊さんに承認をもらう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計画をまとめて確認を依頼。共有に必ず含める4点セット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① イベント全体マニュアル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4998567" cy="1371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286000"/>
            <a:ext cx="444992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最大売上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稼働率100％の売上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057400"/>
            <a:ext cx="4998567" cy="1371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2286000"/>
            <a:ext cx="444992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最大コスト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かかりうる最大費用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657600"/>
            <a:ext cx="4998567" cy="1371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3886200"/>
            <a:ext cx="444992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最低限のコスト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固定費（出展料など）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3657600"/>
            <a:ext cx="4998567" cy="13716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4487" y="3886200"/>
            <a:ext cx="444992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品目 × 数量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どの商品を何個売るか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166360"/>
            <a:ext cx="10454335" cy="64008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45433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承認が出るまで応募・発注に進まない（要修正なら STEP② へ戻る）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4/9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STEP④ 準備して当日を実施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承認された会計シートをもとに、材料・人・告知を準備する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① イベント全体マニュアル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20239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1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4-1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材料の調達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87168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在庫SSで確認し発注。デザフェス備品はカタログ発注。領収書は会期月末までにメール依頼（宛名指定・再発行不可）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20239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084831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4-2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スタッフの収集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487168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声がけ時に交通費込み日給を伝える。LINEはイベントごとに1つ（渡邊さんを含める）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19272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83864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4-3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シフト作成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86200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自動生成テンプレを使用。1日目は1.5〜2h前/2日目1h前集合。休憩1人1h・30分ずらし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3319272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483864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4-4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告知・アンケ・PR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886200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出展申込・整理券・SNS。アンケートは共通1本。PR・プロモは平沢くんに一任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18304"/>
            <a:ext cx="4998567" cy="12344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82896"/>
            <a:ext cx="4541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4-5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当日の実施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85232"/>
            <a:ext cx="45413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親ページを複製し【 】を埋めて配布 → 別冊②③（WS／当日運用）に沿って運営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5/9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STEP⑤ 事後処理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表を上から消化。給料申請とお店側への会計報告が完了でイベント終了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① イベント全体マニュアル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10454335" cy="548640"/>
          </a:xfrm>
          <a:prstGeom prst="roundRect">
            <a:avLst>
              <a:gd name="adj" fmla="val 6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時期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65960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タスク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69463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69463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69463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SNSお礼投稿（写真選別＋次回予告）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172968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72968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翌日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72968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売上・支出の最終集計を会計シートへ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76472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778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76472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翌日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76472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在庫棚卸し（必ず実施・補充把握）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379976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778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79976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会期月末まで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379976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レンタル備品の領収書をメール依頼（宛名指定・再発行不可）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983480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98348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+1週間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983480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振り返り会（KPT）→ 次回応募までに完了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586984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778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586984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月末まで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586984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スタッフへの給料支払い申請（厳守）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6190488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778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190488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6190488"/>
            <a:ext cx="7345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渡邊さんへ会計報告 → 完了でイベント終了 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6/9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収益シート（会計シート）の使い方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収支計画（②）から会計報告（⑤）まで、このシート1枚で管理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① イベント全体マニュアル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3240938" cy="19202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240938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32409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06039"/>
            <a:ext cx="27380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売上見立て・コスト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損益分岐点を算出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→ 承認用の数字づくり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5378" y="1965960"/>
            <a:ext cx="3240938" cy="19202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75378" y="1965960"/>
            <a:ext cx="3240938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1993391"/>
            <a:ext cx="32409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698" y="2606039"/>
            <a:ext cx="27380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商品別の販売個数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現金カウント（金種別）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PayPayも記録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1965960"/>
            <a:ext cx="3240938" cy="19202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2076" y="1965960"/>
            <a:ext cx="3240938" cy="502920"/>
          </a:xfrm>
          <a:prstGeom prst="roundRect">
            <a:avLst>
              <a:gd name="adj" fmla="val 14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1993391"/>
            <a:ext cx="324093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606039"/>
            <a:ext cx="27380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売上突合（差額は理由記入）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分配を自動計算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→ 会計報告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114800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101800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人件費ルール：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Steenzスタッフ派遣分は記載しない／平澤くんの後輩・友人やSteenzスタッフの友人は記載OK（勝手に変えない）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773168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73168"/>
            <a:ext cx="101800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分配率：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WS・ガチャ＝Steenz 50％／平澤くん 50％　｜　作品系（手・足・イラスト等）＝Steenz 30％／平澤くん 70％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31536"/>
            <a:ext cx="10454335" cy="566928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431536"/>
            <a:ext cx="101800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鉄則：</a:t>
            </a: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コピーは必ず staff@steenz.jp で／数式セルは触らない／現金は最初と最後に2人で確認・記録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7/9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進捗管理（タスク表で見失わない）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頭で覚えず、フォルダ分け（親子構造）のタスク表に任せる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① イベント全体マニュアル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3240938" cy="21945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💰 会計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97479"/>
            <a:ext cx="2738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見積もり・承認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集計・支払い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会計報告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5378" y="1965960"/>
            <a:ext cx="3240938" cy="21945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75378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🎪 イベント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698" y="2697479"/>
            <a:ext cx="2738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選定・企画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レイアウト・申込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発注・当日・在庫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1965960"/>
            <a:ext cx="3240938" cy="21945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2076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🧑‍🤝‍🧑 スタッフ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697479"/>
            <a:ext cx="2738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スタッフ集め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LINE・シフト表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1週間前の案内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343400"/>
            <a:ext cx="10454335" cy="12344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使い方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983480"/>
            <a:ext cx="9814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① テンプレを複製しタイトルをイベント名に変更　② 進捗を 未着手→進行中→完了 で更新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③ 中断するときは進行中タスクのメモに「★次やること」を一言残す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8/9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テンプレ・リンク集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イベントごとにコピーして使う主要ツール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① イベント全体マニュアル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3240938" cy="2926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📄 テンプレ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273801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企画書テンプレート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会計報告テンプレート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イベント準備タスク表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支払い依頼シート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5378" y="1965960"/>
            <a:ext cx="3240938" cy="2926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75378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📊 シート類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698" y="2743200"/>
            <a:ext cx="273801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収益シート（staff@steenzでコピー）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シフト表（自動生成）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備品リスト・在庫管理SS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これまでの収益シート（実績）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1965960"/>
            <a:ext cx="3240938" cy="2926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2076" y="1965960"/>
            <a:ext cx="3240938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1993391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🎨 Canva素材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743200"/>
            <a:ext cx="273801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ブースレイアウト／完成イメージ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整理券テンプレ①②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看板デザイン①②③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アンケートQRコード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029200"/>
            <a:ext cx="10454335" cy="548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29200"/>
            <a:ext cx="104543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⚠ 出展申込のアカウント情報（ID・PW）はこのマニュアルには載せない（運営メンバーのみで管理）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