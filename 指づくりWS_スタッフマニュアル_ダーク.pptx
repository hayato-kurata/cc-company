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515600" cy="54864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指づくりワークショップ</a:t>
            </a:r>
          </a:p>
          <a:p>
            <a:pPr>
              <a:lnSpc>
                <a:spcPct val="105000"/>
              </a:lnSpc>
            </a:pPr>
            <a:r>
              <a:rPr sz="46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スタッフマニュアル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はじめてのスタッフ向け 完全ガイド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6177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ピエロ大好き人間（@I_LOVE_Clown）× Steenz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自分の指の複製キーホルダーづくり ワークショップ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▸ </a:t>
            </a:r>
            <a:r>
              <a:rPr sz="15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このスライドを読めば、はじめてでも当日動けます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6355080"/>
            <a:ext cx="10424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</a:t>
            </a:r>
            <a:r>
              <a:rPr sz="14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迷ったら「進行統括」に聞けばOK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このイベントって何をするの？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まず全体像をつかもう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お客さんが「自分の指のキーホルダー」を作る体験ワークショップ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料金は 3,000円／1回 約20分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席は6席（180cmテーブル×2台・各3席）＋講師席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主力イベントはデザインフェスタ／ニコニコ超会議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スタッフのメイン業務＝ワークショップ運営＋お客さんへの声かけ集客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当日の1日の流れ（集合〜撤収）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10:00開場の場合の目安。実際の時刻は朝礼で共有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集合・点呼（出展者証・身分証を忘れずに）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搬入 → ブース設営 → ディスプレイ仕上げ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レジ・釣り銭セット → WS道具スタンバイ・制作練習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朝礼（最終ブリーフィング） → 開場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開場中：接客・WS進行・物販・呼び込み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閉場後：撤収・売上集計・搬出・振り返り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2/13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開場前にやること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開場までの準備の要点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なるべくまとまって入場（バラバラだと時間がかかる）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設営は進行統括の指示に従って動く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釣り銭3〜4万円をセット（Steenzスタッフ2人で金額確認・1人では数えない）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PayPay用QRコードを設置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初参加スタッフは制作を1回通しで練習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朝礼で：役割分担・動線・休憩ローテ・緊急時対応・SNSルールを確認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3/13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ワークショップの作り方①（材料・道具・席）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1人あたりに使う材料と道具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かたと〜る 20g（型取り）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エコフレックス35：A剤10g＋B剤10g（必ず同量！）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キーホルダー金具 1個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道具：計量カップ／紙コップ／混ぜ棒／振動機／爪楊枝／絵具・筆／接着剤／タイマー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席は6席で確定＋整理券でタイムスロット運用（並ばせず時間に戻ってもらう）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4/13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ワークショップの進め方②（20分台本）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台本通りに進めれば、はじめてでも20分で回せる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0-2分　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受付・アイスブレイク＋アレルギー確認（ラテックス・シリコン）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2-7分　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型取り（かたと〜る）→ 硬化を待つ（約10分・待ち時間は会話）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7-12分　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流し込み（A剤＋B剤を同量で混合 → 気泡抜き → 流す）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12-17分　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着色・仕上げ（ノーマル／ちょいグロ／ガチグロ）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17-20分　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金具取付・撮影・SNS＆アンケート案内・お見送り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5/13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</a:t>
            </a:r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安全・NG事項（必ず守る）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ここだけは絶対に守ること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アレルギー申告者（ラテックス・シリコン）にはお断りする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エコフレックスのA剤・B剤は必ず同量で混ぜる（比率ミスは未硬化の原因）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材料を皮膚に長時間つけたまま放置しない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WSの手順を勝手にアレンジしない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動画撮影は参加者の許可を取ってから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苦手・体調不良の素振りがあれば即中断、無理させない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6/13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接客・呼び込みトーク例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そのまま使える声かけのことば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呼び込み「ちょいグロな“自分の指のキーホルダー”作れまーす！」「20分でできます！」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通路を妨げない位置で声かけ。手が空いたら大きな声で集客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硬化待ちの会話：作家（@I_LOVE_Clown）の紹介、人気作の話、お客さんの趣味から広げる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会計時「お支払いは現金かPayPayです（カード不可）」「領収書いりますか？」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7/13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受付・会計のルール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お金まわりは特に慎重に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受付は基本1名、残りはWS作業へ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お釣りは3〜4万円（1,000円札中心＋5,000円札も数枚）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現金は最初と最後にSteenzスタッフ2人で確認・1人では絶対数えない → 収益シートに記録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予約客優先。当日枠は整理券で案内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売上は現金／電子決済別にその場で即メモ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値引き・サービスを個人判断でしない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8/13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SNS・アンケートの案内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お見送り時にお願いすること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「Xに #指キーホルダー で投稿いただけると作家が見にいきます」と案内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タグは #指キーホルダー ／ @I_LOVE_Clown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アンケートは全イベント共通の1本（印刷QRコードを見せて案内）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「1分で終わるアンケートにご協力お願いします！」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強制はしない。答えてくれたら一言お礼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9/13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スタッフの基本ルール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参加前に必ず一読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服装：黒基調・汚れてもいい服。スカート一律禁止。スニーカー（終日立ち仕事）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持ち物：スマホ・モバイルバッテリー・飲み物軽食・着替え・常備薬絆創膏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連絡：遅刻欠席は気づいた時点でLINEへ。朝が早い日は起きたら一言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休憩：1人合計1時間。全員同時はNG、30分ずつずらして交代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10/13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お金のこと（報酬・交通費）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スタッフへの支払いについて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報酬は日給 14,000円＋交通費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イベント終了後に銀行振込（振込先は終了後に個別確認）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交通費は「外部協力者用経費精算シート」に記入 → PDFにして渡邊さんへDM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電車・バスは領収書不要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詳しくは交通費・経費精算マニュアルを参照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11/13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⚠ </a:t>
            </a:r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緊急時対応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何かあったら、まず進行統括へエスカレーション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体調不良（軽度）：WS中断・休憩・水分。回復しなければ救護室へ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体調不良（重度・出血）：救護室に即連絡、119の判断は早めに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アレルギー反応：WS即中断・材料除去・救護室・LINE共有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PayPay不調：現金切替を最優先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釣り銭切れ：近隣ATM・両替所へ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クレーム：その場で謝罪 → 進行統括へ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12/13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51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"/>
            <a:ext cx="12191695" cy="45720"/>
          </a:xfrm>
          <a:prstGeom prst="rect">
            <a:avLst/>
          </a:prstGeom>
          <a:solidFill>
            <a:srgbClr val="B7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1371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40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82880"/>
            <a:ext cx="99669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800" b="1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持ち物チェックリスト ＆ まとめ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搬入前の最終チェックと心構え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10607040" cy="434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WS用：材料・道具・見本サンプル・アレルギー確認用紙・タイマー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ブース：出展者証・什器・看板・整理券・QRコード・台車・ゴミ袋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会計：レジ箱・釣り銭・PayPay QR・予約表・領収書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0">
                <a:solidFill>
                  <a:srgbClr val="ECECEC"/>
                </a:solidFill>
                <a:latin typeface="Yu Gothic UI"/>
                <a:ea typeface="Yu Gothic UI"/>
                <a:cs typeface="Yu Gothic UI"/>
              </a:rPr>
              <a:t>個人：スマホ・着替え・飲み物・常備薬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800" b="1">
                <a:solidFill>
                  <a:srgbClr val="B7121C"/>
                </a:solidFill>
                <a:latin typeface="Yu Gothic UI"/>
                <a:ea typeface="Yu Gothic UI"/>
                <a:cs typeface="Yu Gothic UI"/>
              </a:rPr>
              <a:t>▌ </a:t>
            </a:r>
            <a:r>
              <a:rPr sz="1800" b="1">
                <a:solidFill>
                  <a:srgbClr val="E61A1A"/>
                </a:solidFill>
                <a:latin typeface="Yu Gothic UI"/>
                <a:ea typeface="Yu Gothic UI"/>
                <a:cs typeface="Yu Gothic UI"/>
              </a:rPr>
              <a:t>困ったら・迷ったら、すべて進行統括へ。今日もよろしくお願いします！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4008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指づくりWS スタッフマニュアル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0080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9A9E"/>
                </a:solidFill>
                <a:latin typeface="Yu Gothic UI"/>
                <a:ea typeface="Yu Gothic UI"/>
                <a:cs typeface="Yu Gothic U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